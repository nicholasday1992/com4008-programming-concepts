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71" r:id="rId15"/>
    <p:sldId id="272" r:id="rId16"/>
    <p:sldId id="273" r:id="rId17"/>
    <p:sldId id="268" r:id="rId18"/>
    <p:sldId id="269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94FCAD-369E-4389-B4FB-82345232EF50}" v="6" dt="2022-10-23T08:36:56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951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20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283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166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312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430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286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091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6658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136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4153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62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7555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470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277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427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540C1-C452-483B-B06A-A4DB8837253E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CA27718-9063-447E-84A5-E0C272DABD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32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youtube.com/user/18k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reenfoot.org/doc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AF4E6-D3E2-8D08-D4D2-0FAD3E66A5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Mario Pyramid (Worlds) in </a:t>
            </a:r>
            <a:r>
              <a:rPr lang="en-GB" dirty="0" err="1"/>
              <a:t>Greenfoot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29082-590D-7899-64CB-A7E34C3860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Derek Peacock</a:t>
            </a:r>
          </a:p>
        </p:txBody>
      </p:sp>
    </p:spTree>
    <p:extLst>
      <p:ext uri="{BB962C8B-B14F-4D97-AF65-F5344CB8AC3E}">
        <p14:creationId xmlns:p14="http://schemas.microsoft.com/office/powerpoint/2010/main" val="427138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5FBBC-F50C-F76D-D117-91455EC70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Greenfoot</a:t>
            </a:r>
            <a:r>
              <a:rPr lang="en-GB" dirty="0"/>
              <a:t>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5A2A2-04DC-9F75-8D30-FBD7C8F84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628" y="1464906"/>
            <a:ext cx="6406677" cy="51598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2F9DBA-AA74-3882-52DC-21A841EEB280}"/>
              </a:ext>
            </a:extLst>
          </p:cNvPr>
          <p:cNvSpPr txBox="1"/>
          <p:nvPr/>
        </p:nvSpPr>
        <p:spPr>
          <a:xfrm>
            <a:off x="7875037" y="1690688"/>
            <a:ext cx="335902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 err="1"/>
              <a:t>MarioWorld</a:t>
            </a:r>
            <a:r>
              <a:rPr lang="en-GB" dirty="0"/>
              <a:t> is a kind of World</a:t>
            </a:r>
          </a:p>
          <a:p>
            <a:endParaRPr lang="en-GB" dirty="0"/>
          </a:p>
          <a:p>
            <a:r>
              <a:rPr lang="en-GB" dirty="0"/>
              <a:t>Mario is a kind of Actor</a:t>
            </a:r>
          </a:p>
          <a:p>
            <a:r>
              <a:rPr lang="en-GB" dirty="0"/>
              <a:t>Block is a kind of Actor</a:t>
            </a:r>
          </a:p>
        </p:txBody>
      </p:sp>
    </p:spTree>
    <p:extLst>
      <p:ext uri="{BB962C8B-B14F-4D97-AF65-F5344CB8AC3E}">
        <p14:creationId xmlns:p14="http://schemas.microsoft.com/office/powerpoint/2010/main" val="297792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81CF8-291A-1B24-C65A-187DF4754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Starting a new </a:t>
            </a:r>
            <a:r>
              <a:rPr lang="en-GB" dirty="0" err="1"/>
              <a:t>Greenfoot</a:t>
            </a:r>
            <a:r>
              <a:rPr lang="en-GB" dirty="0"/>
              <a:t>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69D6E2-B57B-2EDE-EEFC-3C8C59310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52" y="1825625"/>
            <a:ext cx="6112952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44F0DF-AB76-0C50-4E3D-CAEECDAAE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499" y="1539551"/>
            <a:ext cx="4447092" cy="510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25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8161-A740-9BA4-372F-0168317E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 up the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3D9A6-675A-DA09-614A-E394E7C94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1934" y="1825624"/>
            <a:ext cx="4502938" cy="2108201"/>
          </a:xfrm>
          <a:gradFill>
            <a:gsLst>
              <a:gs pos="0">
                <a:schemeClr val="accent1">
                  <a:lumMod val="8000"/>
                  <a:lumOff val="92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GB" dirty="0"/>
              <a:t>Right click on </a:t>
            </a:r>
            <a:r>
              <a:rPr lang="en-GB" dirty="0" err="1"/>
              <a:t>MyWorld</a:t>
            </a:r>
            <a:r>
              <a:rPr lang="en-GB" dirty="0"/>
              <a:t> and select an appropriate image.</a:t>
            </a:r>
          </a:p>
          <a:p>
            <a:r>
              <a:rPr lang="en-GB" dirty="0"/>
              <a:t>The cells in this image do not match the cells in the world!!</a:t>
            </a:r>
          </a:p>
          <a:p>
            <a:r>
              <a:rPr lang="en-GB" dirty="0"/>
              <a:t>It is just a background image!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A46E9-E9A0-588C-F59D-0F23F41C3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28" y="1543050"/>
            <a:ext cx="6115978" cy="51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13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36949-CED2-B4B3-F2F7-B1C7CDC3B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an 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A48D5-1B24-65C3-2208-66A778B9F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1976" y="1825625"/>
            <a:ext cx="4411824" cy="2150757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/>
              <a:t>Right click on </a:t>
            </a:r>
            <a:r>
              <a:rPr lang="en-GB" b="1" dirty="0"/>
              <a:t>Actor</a:t>
            </a:r>
            <a:r>
              <a:rPr lang="en-GB" dirty="0"/>
              <a:t> and Add a </a:t>
            </a:r>
            <a:r>
              <a:rPr lang="en-GB" b="1" dirty="0"/>
              <a:t>Subclass</a:t>
            </a:r>
          </a:p>
          <a:p>
            <a:r>
              <a:rPr lang="en-GB" dirty="0"/>
              <a:t>Give it a class name</a:t>
            </a:r>
          </a:p>
          <a:p>
            <a:r>
              <a:rPr lang="en-GB" dirty="0"/>
              <a:t>Select an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CCB3B-38D6-F312-0B6B-94AE276C1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00" y="1555037"/>
            <a:ext cx="5486687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85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54B49-26EA-1F01-76FE-78EA1529E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an instance of </a:t>
            </a:r>
            <a:r>
              <a:rPr lang="en-GB"/>
              <a:t>the Actor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07EE57-BB7E-023C-1870-8BC9B21112BD}"/>
              </a:ext>
            </a:extLst>
          </p:cNvPr>
          <p:cNvSpPr/>
          <p:nvPr/>
        </p:nvSpPr>
        <p:spPr>
          <a:xfrm>
            <a:off x="7608814" y="1556465"/>
            <a:ext cx="3867325" cy="20508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Right click on the Animal class and select New Animal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You can have as many instances of the Animal as you like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If you want to arrange a world this way </a:t>
            </a:r>
            <a:r>
              <a:rPr lang="en-GB" dirty="0" err="1"/>
              <a:t>goto</a:t>
            </a:r>
            <a:r>
              <a:rPr lang="en-GB" dirty="0"/>
              <a:t> Tools -&gt; Save the World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43529D-A14E-54A8-1EF6-5CF87FE04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6464"/>
            <a:ext cx="6285985" cy="52473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D05991-8B12-B3CC-E675-BF14F08D8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558" y="1556464"/>
            <a:ext cx="4863412" cy="501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9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ECE6E-4F4F-DB86-6A45-667F76F78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World has been saved!!!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36E1F3-EE52-ADC2-31A1-426AD23F8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47" y="1816523"/>
            <a:ext cx="4590476" cy="48761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DC23B5-2DBE-DE70-5752-909ECC884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54618"/>
            <a:ext cx="5561905" cy="40380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08E0B3-DA86-C6F7-78FC-58158196CCE7}"/>
              </a:ext>
            </a:extLst>
          </p:cNvPr>
          <p:cNvSpPr/>
          <p:nvPr/>
        </p:nvSpPr>
        <p:spPr>
          <a:xfrm>
            <a:off x="7819053" y="964554"/>
            <a:ext cx="3676861" cy="118148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 would name the method setup() or </a:t>
            </a:r>
            <a:r>
              <a:rPr lang="en-GB" dirty="0" err="1"/>
              <a:t>setupAnimals</a:t>
            </a:r>
            <a:r>
              <a:rPr lang="en-GB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10513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9A611-AD90-DEBE-A375-F860E1446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Your Starter for 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6CF60A-CC42-E420-4F4A-FAED360A6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0100"/>
            <a:ext cx="6409974" cy="51624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A8A0CE-7044-3C7B-4F88-16B0772C4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050" y="1276640"/>
            <a:ext cx="3047619" cy="15428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824CA6-126C-9DF0-719C-5DE75357A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2863" y="3136737"/>
            <a:ext cx="2643994" cy="35677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3936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96FC0-24B0-6A90-6093-1831AE4C3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Starting Code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16E425-16FE-02E7-F7CB-E9B05D358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80" y="1690688"/>
            <a:ext cx="6343319" cy="23282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05DD6F-E953-81D8-3489-79E98F5B0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837" y="3559542"/>
            <a:ext cx="6677264" cy="32541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7241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BE5FD-CDBE-59B6-9EC9-C970D3FAC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2D Coordinates (x, 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556F3F-881D-BD54-79B6-0AA2901DC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278" y="1530220"/>
            <a:ext cx="9855151" cy="508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206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290D4-BDB1-39AF-195D-B0B09F4B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drawPath</a:t>
            </a:r>
            <a:r>
              <a:rPr lang="en-GB" dirty="0"/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EE628B-D127-5722-17A3-C77D18025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4493"/>
            <a:ext cx="6389142" cy="50183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22BFDC-FC19-F163-4632-0804A98244DC}"/>
              </a:ext>
            </a:extLst>
          </p:cNvPr>
          <p:cNvSpPr/>
          <p:nvPr/>
        </p:nvSpPr>
        <p:spPr>
          <a:xfrm>
            <a:off x="8154955" y="1474494"/>
            <a:ext cx="3128238" cy="139454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Start at the bottom row of the screen and work upwards row by row and column by column</a:t>
            </a:r>
          </a:p>
        </p:txBody>
      </p:sp>
    </p:spTree>
    <p:extLst>
      <p:ext uri="{BB962C8B-B14F-4D97-AF65-F5344CB8AC3E}">
        <p14:creationId xmlns:p14="http://schemas.microsoft.com/office/powerpoint/2010/main" val="3141756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6140A-EF51-0558-D1CA-C3C7F03DB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buildPyramid</a:t>
            </a:r>
            <a:r>
              <a:rPr lang="en-GB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BB31B0-56E1-1A65-7602-3DE742CCF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38" y="2026682"/>
            <a:ext cx="5504762" cy="30285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618B13-905C-7C33-191C-B113CAC37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467" y="3608578"/>
            <a:ext cx="6533333" cy="25333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8AA624-C903-4983-EC17-E72AA56B1CF1}"/>
              </a:ext>
            </a:extLst>
          </p:cNvPr>
          <p:cNvSpPr/>
          <p:nvPr/>
        </p:nvSpPr>
        <p:spPr>
          <a:xfrm>
            <a:off x="6644082" y="653143"/>
            <a:ext cx="4198090" cy="224106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Refactor </a:t>
            </a:r>
            <a:r>
              <a:rPr lang="en-GB" dirty="0" err="1"/>
              <a:t>getSize</a:t>
            </a:r>
            <a:r>
              <a:rPr lang="en-GB" dirty="0"/>
              <a:t>() so that it only returns valid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Refactor build pyramid so that it can be built anywhere on the ground.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Build one side of the pyramid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Build the other 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1702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251C0-43A5-FA72-7C90-F4387B89A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GitHub with </a:t>
            </a:r>
            <a:r>
              <a:rPr lang="en-GB" dirty="0" err="1"/>
              <a:t>Greenfoot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A3772-F0D6-20B8-3778-9F3C0645E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 err="1"/>
              <a:t>Greenfoot</a:t>
            </a:r>
            <a:r>
              <a:rPr lang="en-GB" sz="2800" dirty="0"/>
              <a:t> does not know about Git or GitHub</a:t>
            </a:r>
          </a:p>
          <a:p>
            <a:r>
              <a:rPr lang="en-GB" sz="2800" dirty="0"/>
              <a:t>There are three </a:t>
            </a:r>
            <a:r>
              <a:rPr lang="en-GB" sz="2800" dirty="0" err="1"/>
              <a:t>Greenfoot</a:t>
            </a:r>
            <a:r>
              <a:rPr lang="en-GB" sz="2800" dirty="0"/>
              <a:t> Projects inside </a:t>
            </a:r>
            <a:br>
              <a:rPr lang="en-GB" sz="2800" dirty="0"/>
            </a:br>
            <a:r>
              <a:rPr lang="en-GB" sz="2800" dirty="0"/>
              <a:t>Java-Apps</a:t>
            </a:r>
          </a:p>
          <a:p>
            <a:r>
              <a:rPr lang="en-GB" sz="2800" dirty="0"/>
              <a:t>Use GitHub Desktop to save any changes to the </a:t>
            </a:r>
            <a:r>
              <a:rPr lang="en-GB" sz="2800" dirty="0" err="1"/>
              <a:t>Greenfoot</a:t>
            </a:r>
            <a:r>
              <a:rPr lang="en-GB" sz="2800" dirty="0"/>
              <a:t> projects</a:t>
            </a:r>
          </a:p>
          <a:p>
            <a:r>
              <a:rPr lang="en-GB" sz="2800" dirty="0"/>
              <a:t>Open the whole repository in GitHub Desktop</a:t>
            </a:r>
          </a:p>
        </p:txBody>
      </p:sp>
    </p:spTree>
    <p:extLst>
      <p:ext uri="{BB962C8B-B14F-4D97-AF65-F5344CB8AC3E}">
        <p14:creationId xmlns:p14="http://schemas.microsoft.com/office/powerpoint/2010/main" val="1402672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A50A5-5B1A-5A6A-3C34-6A112383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 Repository to GitHub Desktop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E393D-D5CA-FFFE-9AB9-3E0904ACF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04" y="1530220"/>
            <a:ext cx="7274484" cy="504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45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D8D6E-B056-C81E-FB12-0AD69E053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Commit Changes to main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A70721-B82E-B767-05D5-962708E6C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52" y="1373905"/>
            <a:ext cx="7610099" cy="526365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18EF62-5CB6-FC35-A870-54EDC4F8A95A}"/>
              </a:ext>
            </a:extLst>
          </p:cNvPr>
          <p:cNvSpPr/>
          <p:nvPr/>
        </p:nvSpPr>
        <p:spPr>
          <a:xfrm>
            <a:off x="8780106" y="961053"/>
            <a:ext cx="2491274" cy="13208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Main refers to the one and only git </a:t>
            </a:r>
            <a:r>
              <a:rPr lang="en-GB" b="1" dirty="0"/>
              <a:t>branch</a:t>
            </a:r>
          </a:p>
        </p:txBody>
      </p:sp>
    </p:spTree>
    <p:extLst>
      <p:ext uri="{BB962C8B-B14F-4D97-AF65-F5344CB8AC3E}">
        <p14:creationId xmlns:p14="http://schemas.microsoft.com/office/powerpoint/2010/main" val="2407511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CFB8D-B52E-234E-E8A6-C2895F89E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Push origin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7DBC6-DF1D-A050-5453-B838C3797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446245"/>
            <a:ext cx="7613432" cy="526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12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95CA-DF9F-E8BD-7210-40C335EC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Greenfoot</a:t>
            </a:r>
            <a:r>
              <a:rPr lang="en-GB" dirty="0"/>
              <a:t> Videos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90EE1-D109-C30D-CE76-CB9F93EAD0AF}"/>
              </a:ext>
            </a:extLst>
          </p:cNvPr>
          <p:cNvSpPr txBox="1"/>
          <p:nvPr/>
        </p:nvSpPr>
        <p:spPr>
          <a:xfrm>
            <a:off x="886409" y="1345811"/>
            <a:ext cx="78993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2"/>
              </a:rPr>
              <a:t>https://www.youtube.com/user/18km</a:t>
            </a:r>
            <a:r>
              <a:rPr lang="en-GB" sz="32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8F454F-3785-D953-F202-B64B98B39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409" y="2151050"/>
            <a:ext cx="5912844" cy="46229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730D51-4F36-7877-11A0-4D22734C8BFA}"/>
              </a:ext>
            </a:extLst>
          </p:cNvPr>
          <p:cNvSpPr txBox="1"/>
          <p:nvPr/>
        </p:nvSpPr>
        <p:spPr>
          <a:xfrm>
            <a:off x="4732065" y="540386"/>
            <a:ext cx="67189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4"/>
              </a:rPr>
              <a:t>https://www.greenfoot.org/doc</a:t>
            </a:r>
            <a:r>
              <a:rPr lang="en-GB" sz="32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54494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7FE5C-A347-9DB7-31D8-4CFF06C1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62C35-479D-BF80-94A5-D14C18B8C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Greenfoot</a:t>
            </a:r>
            <a:r>
              <a:rPr lang="en-GB" dirty="0"/>
              <a:t> can be used to create 2D Java games easily</a:t>
            </a:r>
          </a:p>
          <a:p>
            <a:r>
              <a:rPr lang="en-GB" dirty="0" err="1"/>
              <a:t>Greenfoot</a:t>
            </a:r>
            <a:r>
              <a:rPr lang="en-GB" dirty="0"/>
              <a:t> </a:t>
            </a:r>
            <a:r>
              <a:rPr lang="en-GB" b="1" dirty="0"/>
              <a:t>Worlds</a:t>
            </a:r>
            <a:r>
              <a:rPr lang="en-GB" dirty="0"/>
              <a:t> contain background images and </a:t>
            </a:r>
            <a:r>
              <a:rPr lang="en-GB" b="1" dirty="0"/>
              <a:t>Actors</a:t>
            </a:r>
          </a:p>
          <a:p>
            <a:r>
              <a:rPr lang="en-GB" dirty="0"/>
              <a:t>Actors can be created and placed in the World using (x, y) cords</a:t>
            </a:r>
          </a:p>
          <a:p>
            <a:r>
              <a:rPr lang="en-GB" dirty="0"/>
              <a:t>Actors will act() i.e. move around and do things.</a:t>
            </a:r>
          </a:p>
        </p:txBody>
      </p:sp>
    </p:spTree>
    <p:extLst>
      <p:ext uri="{BB962C8B-B14F-4D97-AF65-F5344CB8AC3E}">
        <p14:creationId xmlns:p14="http://schemas.microsoft.com/office/powerpoint/2010/main" val="1687864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30889-E5D9-5655-1FD6-EB560BAB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Actor.act</a:t>
            </a:r>
            <a:r>
              <a:rPr lang="en-GB" dirty="0"/>
              <a:t>()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97D0DE-ABB1-5227-AE3E-791C9F5F464B}"/>
              </a:ext>
            </a:extLst>
          </p:cNvPr>
          <p:cNvSpPr/>
          <p:nvPr/>
        </p:nvSpPr>
        <p:spPr>
          <a:xfrm>
            <a:off x="6746031" y="3097762"/>
            <a:ext cx="4768635" cy="203629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Mario is set to the same size as a tile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When the app is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act() method is called 30/sec.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Mario moves 1 tile each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Mario goes straight through any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Intelligent movement and collision detection need adding.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8978CC-C388-1EC5-F070-00FAFC062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1724238"/>
            <a:ext cx="5704805" cy="47495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253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39ECD-6D6A-9742-B1F4-41FD79A54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DEABF-614A-EEDD-AF59-83698D726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6544" y="2029874"/>
            <a:ext cx="3444452" cy="388077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Draw a half pyramid of fixed size</a:t>
            </a:r>
          </a:p>
          <a:p>
            <a:r>
              <a:rPr lang="en-GB" dirty="0"/>
              <a:t>Change it so that it is of variable size</a:t>
            </a:r>
          </a:p>
          <a:p>
            <a:r>
              <a:rPr lang="en-GB" dirty="0"/>
              <a:t>Draw both half pyramids of variable size</a:t>
            </a:r>
          </a:p>
          <a:p>
            <a:r>
              <a:rPr lang="en-GB" dirty="0"/>
              <a:t>Can you get Mario to move??</a:t>
            </a:r>
          </a:p>
          <a:p>
            <a:r>
              <a:rPr lang="en-GB" dirty="0"/>
              <a:t>Can you get Mario to stop when he hits a block</a:t>
            </a:r>
          </a:p>
          <a:p>
            <a:r>
              <a:rPr lang="en-GB" dirty="0"/>
              <a:t>Where can you go to find out what other methods </a:t>
            </a:r>
            <a:r>
              <a:rPr lang="en-GB"/>
              <a:t>are available?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ECFE55-FECA-CF24-DA56-B323D13BE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530391"/>
            <a:ext cx="6058906" cy="487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859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987</TotalTime>
  <Words>452</Words>
  <Application>Microsoft Macintosh PowerPoint</Application>
  <PresentationFormat>Widescreen</PresentationFormat>
  <Paragraphs>70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Trebuchet MS</vt:lpstr>
      <vt:lpstr>Wingdings 3</vt:lpstr>
      <vt:lpstr>Facet</vt:lpstr>
      <vt:lpstr>Mario Pyramid (Worlds) in Greenfoot</vt:lpstr>
      <vt:lpstr>The Greenfoot System</vt:lpstr>
      <vt:lpstr>Starting a new Greenfoot Project</vt:lpstr>
      <vt:lpstr>Setting up the World</vt:lpstr>
      <vt:lpstr>Adding an Actor</vt:lpstr>
      <vt:lpstr>Creating an instance of the Actor</vt:lpstr>
      <vt:lpstr>The World has been saved!!!</vt:lpstr>
      <vt:lpstr>Your Starter for 10</vt:lpstr>
      <vt:lpstr>Starting Code</vt:lpstr>
      <vt:lpstr>2D Coordinates (x, y)</vt:lpstr>
      <vt:lpstr>drawPath()</vt:lpstr>
      <vt:lpstr>buildPyramid()</vt:lpstr>
      <vt:lpstr>Using GitHub with Greenfoot</vt:lpstr>
      <vt:lpstr>Add Repository to GitHub Desktop</vt:lpstr>
      <vt:lpstr>Commit Changes to main</vt:lpstr>
      <vt:lpstr>Push origin</vt:lpstr>
      <vt:lpstr>Greenfoot Videos</vt:lpstr>
      <vt:lpstr>Summary</vt:lpstr>
      <vt:lpstr>Actor.act()</vt:lpstr>
      <vt:lpstr>Practical 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Greenfoot Games</dc:title>
  <dc:creator>Derek Peacock</dc:creator>
  <cp:lastModifiedBy>Nick Day</cp:lastModifiedBy>
  <cp:revision>5</cp:revision>
  <dcterms:created xsi:type="dcterms:W3CDTF">2022-10-19T10:21:29Z</dcterms:created>
  <dcterms:modified xsi:type="dcterms:W3CDTF">2023-10-17T06:40:09Z</dcterms:modified>
</cp:coreProperties>
</file>